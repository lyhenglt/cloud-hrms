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B539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400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PROJECT  •  GROUP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Cloud-Based Human Resource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HR platform deployed on AWS — React, FastAPI &amp; PostgreSQL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452628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709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BELTEI International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 •  Phnom Penh, Cambodia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records kept in scattered spreadsheets and paper files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564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secure, role-based access — anyone can see everything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2511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lost when a single computer fails; no backups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9379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5120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cannot access HR services remotely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173736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0B539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057400"/>
            <a:ext cx="822960" cy="8229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895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6675120" y="3017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centralized, cloud-hosted HRMS that manages employees, attendance, leave and payroll — securely accessible from anywhere, with the database and backups handled by the cloud.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67512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Secure 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Always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3701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128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 HR data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26974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for employees, departments, attendance, leave &amp; payroll.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9456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23701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2128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 security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98080" y="26974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access with role-based permissions for Admin, HR and Employees.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43484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46104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453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remote access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83080" y="4937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 web app reachable from any browser, anywhere.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63640" y="406908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443484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5" y="46104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453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 cloud data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98080" y="4937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PostgreSQL with automatic backups and easy recovery.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331720"/>
            <a:ext cx="777240" cy="77724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5182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Vite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app, React Router, role-aware UI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46704" y="19202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1104" y="2331720"/>
            <a:ext cx="777240" cy="77724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642" y="251825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29584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· FastAPI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75304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API, JWT auth, auto Swagger docs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44768" y="19202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59168" y="2331720"/>
            <a:ext cx="777240" cy="77724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6" y="2518258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27648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373368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store, hosted on AWS RDS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42832" y="192024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857232" y="2331720"/>
            <a:ext cx="777240" cy="77724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3770" y="2518258"/>
            <a:ext cx="404165" cy="4041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25712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INFRA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125712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+ Docker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171432" y="42976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app server, RDS database, Compose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0175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297180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645" y="3147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2651760"/>
            <a:ext cx="30175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297180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5" y="314736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EC2 App Server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(Docker)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503920" y="2651760"/>
            <a:ext cx="30175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46920" y="2971800"/>
            <a:ext cx="731520" cy="731520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485" y="314736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RDS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0392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657600" y="3749040"/>
            <a:ext cx="9144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352044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589520" y="3749040"/>
            <a:ext cx="9144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74523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:5432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is containerized and isolated. The database accepts connections only from the app server's security group — never directly from the internet.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CLOUD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Cloud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57984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231599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762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Storage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9536" y="2907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lives on AWS RDS managed storage, not a local disk.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61104" y="18288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57984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20" y="231599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8384" y="21762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Access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72000" y="2907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from any browser over the internet.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73568" y="18288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2157984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184" y="231599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21762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Recovery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84464" y="2907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automated daily backups + point-in-time restore.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242316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15768" y="4215384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776" y="4373392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20440" y="4233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DB Management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2734056" y="49651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PostgreSQL — patched, monitored, scalable.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135624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28232" y="4215384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240" y="4373392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32904" y="42336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Security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6446520" y="49651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passwords, JWT + RBAC, private DB network.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&amp; 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39696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2297704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8529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Employees &amp; Departments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186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CRUD, search, department headcount.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61104" y="1828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139696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20" y="229770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8529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32186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check-in / check-out, HR views all records.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73568" y="1828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2139696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184" y="2297704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28529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Management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84464" y="32186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with HR approve / reject workflow.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197096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256" y="4355104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49103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Payroll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59536" y="52760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payslips: base + allowances − deductions.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61104" y="38862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4197096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720" y="4355104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49103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Roles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72000" y="52760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login with Admin / HR / Employee access.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73568" y="38862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66176" y="4197096"/>
            <a:ext cx="658368" cy="658368"/>
          </a:xfrm>
          <a:prstGeom prst="ellipse">
            <a:avLst/>
          </a:prstGeom>
          <a:solidFill>
            <a:srgbClr val="E6F0F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4184" y="4355104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66176" y="49103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284464" y="52760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Role-aware summary of the whole system.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Access Control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6F0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651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— manage HR/Admin accounts, delete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6F0F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employees, approve leave, run payroll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6F0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006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4754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Self-service: attendance, leave requests, payslips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5669280" cy="4297680"/>
          </a:xfrm>
          <a:prstGeom prst="roundRect">
            <a:avLst>
              <a:gd name="adj" fmla="val 1915"/>
            </a:avLst>
          </a:prstGeom>
          <a:solidFill>
            <a:srgbClr val="0B539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in Depth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697480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hashed with bcrypt — never stored in plain text</a:t>
            </a:r>
            <a:endParaRPr lang="en-US" sz="13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53872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34930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tokens authenticate every API request</a:t>
            </a:r>
            <a:endParaRPr lang="en-US" sz="13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379976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43342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role checks on every protected endpoint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522122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51755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isolated in a private AWS security group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515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THE CLOUD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on AWS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2768" y="22402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572768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 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 created on Amazon RDS (Free Tier).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46704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2402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83864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EC2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t3.micro app server with Docker &amp; a locked-down security group.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4768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68896" y="22402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168896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81928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from GitHub, built with Docker Compose on the server.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42832" y="19202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66960" y="22402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79992" y="2971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points at RDS, seeds data, served on port 80.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0E203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12080"/>
            <a:ext cx="594360" cy="5943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600200" y="507492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LIVE  </a:t>
            </a:r>
            <a:pPr indent="0" marL="0">
              <a:buNone/>
            </a:pPr>
            <a:r>
              <a:rPr lang="en-US" sz="15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app runs on AWS at a public IP, backed by a managed RDS database with automated backups.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657600"/>
            <a:ext cx="4572000" cy="4572000"/>
          </a:xfrm>
          <a:prstGeom prst="ellipse">
            <a:avLst/>
          </a:prstGeom>
          <a:solidFill>
            <a:srgbClr val="0B539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secure HRMS —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deployed on the cloud.</a:t>
            </a:r>
            <a:endParaRPr lang="en-US" sz="3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154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app: React + FastAPI + PostgreSQL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2219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7581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cloud concepts demonstrated end-to-end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2569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36168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security across Admin, HR &amp; Employee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29200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9651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5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AWS EC2 + RDS with automated backups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8412480" y="3063240"/>
            <a:ext cx="3200400" cy="2834640"/>
          </a:xfrm>
          <a:prstGeom prst="roundRect">
            <a:avLst>
              <a:gd name="adj" fmla="val 2903"/>
            </a:avLst>
          </a:prstGeom>
          <a:solidFill>
            <a:srgbClr val="12233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3383280"/>
            <a:ext cx="777240" cy="7772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248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41248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Live Demo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412480" y="5257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• BELTEI International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Human Resource Management System</dc:title>
  <dc:subject>PptxGenJS Presentation</dc:subject>
  <dc:creator>Group 1 - BELTEI International University</dc:creator>
  <cp:lastModifiedBy>Group 1 - BELTEI International University</cp:lastModifiedBy>
  <cp:revision>1</cp:revision>
  <dcterms:created xsi:type="dcterms:W3CDTF">2026-06-24T03:39:08Z</dcterms:created>
  <dcterms:modified xsi:type="dcterms:W3CDTF">2026-06-24T03:39:08Z</dcterms:modified>
</cp:coreProperties>
</file>